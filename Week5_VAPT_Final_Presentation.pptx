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9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8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5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4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7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9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3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9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4063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17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57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26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76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9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WEEK 5 – CYBER SECURITY INTERNSHIP</a:t>
            </a:r>
          </a:p>
          <a:p>
            <a:pPr algn="ctr">
              <a:defRPr sz="2600"/>
            </a:pPr>
            <a:r>
              <a:t>VAPT Tools – Practical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Student: Neha Fule</a:t>
            </a:r>
          </a:p>
          <a:p>
            <a:pPr algn="ctr">
              <a:defRPr sz="2000"/>
            </a:pPr>
            <a:r>
              <a:t>Submission Date: 7 October 2026</a:t>
            </a:r>
          </a:p>
          <a:p>
            <a:pPr algn="ctr">
              <a:defRPr sz="2000"/>
            </a:pPr>
            <a:r>
              <a:t>Tools: Nmap • Nikto • Burp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1 – Nmap Network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Objective: Perform basic network reconnaissance and identify ports and services.</a:t>
            </a:r>
          </a:p>
          <a:p>
            <a:pPr>
              <a:spcAft>
                <a:spcPts val="1000"/>
              </a:spcAft>
              <a:defRPr sz="1800"/>
            </a:pPr>
            <a:r>
              <a:t>Target: testphp.vulnweb.com (authorized training target).</a:t>
            </a:r>
          </a:p>
          <a:p>
            <a:pPr>
              <a:spcAft>
                <a:spcPts val="1000"/>
              </a:spcAft>
              <a:defRPr sz="1800"/>
            </a:pPr>
            <a:r>
              <a:t>Commands: nmap, -sS, -sV and -A scans.</a:t>
            </a:r>
          </a:p>
          <a:p>
            <a:pPr>
              <a:spcAft>
                <a:spcPts val="1000"/>
              </a:spcAft>
              <a:defRPr sz="1800"/>
            </a:pPr>
            <a:r>
              <a:t>Observed: 80/tcp HTTP – filtered; 443/tcp HTTPS – filtered.</a:t>
            </a:r>
          </a:p>
          <a:p>
            <a:pPr>
              <a:spcAft>
                <a:spcPts val="1000"/>
              </a:spcAft>
              <a:defRPr sz="1800"/>
            </a:pPr>
            <a:r>
              <a:t>Filtered means Nmap could not determine whether the port was open due to filtering/firewall behavior.</a:t>
            </a:r>
          </a:p>
        </p:txBody>
      </p:sp>
      <p:pic>
        <p:nvPicPr>
          <p:cNvPr id="4" name="Picture 3" descr="_vapt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43000"/>
            <a:ext cx="5074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2 – Nikto Web Vulnerability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Command: nikto -h http://testphp.vulnweb.com</a:t>
            </a:r>
          </a:p>
          <a:p>
            <a:pPr>
              <a:spcAft>
                <a:spcPts val="1000"/>
              </a:spcAft>
              <a:defRPr sz="1800"/>
            </a:pPr>
            <a:r>
              <a:t>Nikto started, but could not establish a connection to TCP port 80.</a:t>
            </a:r>
          </a:p>
          <a:p>
            <a:pPr>
              <a:spcAft>
                <a:spcPts val="1000"/>
              </a:spcAft>
              <a:defRPr sz="1800"/>
            </a:pPr>
            <a:r>
              <a:t>No vulnerability findings were produced in this run.</a:t>
            </a:r>
          </a:p>
          <a:p>
            <a:pPr>
              <a:spcAft>
                <a:spcPts val="1000"/>
              </a:spcAft>
              <a:defRPr sz="1800"/>
            </a:pPr>
            <a:r>
              <a:t>Troubleshooting included ping, curl, direct IP testing, Internet verification and proxy checks.</a:t>
            </a:r>
          </a:p>
          <a:p>
            <a:pPr>
              <a:spcAft>
                <a:spcPts val="1000"/>
              </a:spcAft>
              <a:defRPr sz="1800"/>
            </a:pPr>
            <a:r>
              <a:t>Nmap had previously shown ports 80 and 443 as filtered.</a:t>
            </a:r>
          </a:p>
        </p:txBody>
      </p:sp>
      <p:pic>
        <p:nvPicPr>
          <p:cNvPr id="4" name="Picture 3" descr="_vap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43000"/>
            <a:ext cx="5166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3 – Burp Suite: Intercept &amp; Analyze HTTP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Burp Suite Community Edition was used as an HTTP proxy.</a:t>
            </a:r>
          </a:p>
          <a:p>
            <a:pPr>
              <a:spcAft>
                <a:spcPts val="1000"/>
              </a:spcAft>
              <a:defRPr sz="1800"/>
            </a:pPr>
            <a:r>
              <a:t>HTTP history captured browser-generated GET requests.</a:t>
            </a:r>
          </a:p>
          <a:p>
            <a:pPr>
              <a:spcAft>
                <a:spcPts val="1000"/>
              </a:spcAft>
              <a:defRPr sz="1800"/>
            </a:pPr>
            <a:r>
              <a:t>Examples: /login.php, /artists.php?artist=1 and /categories.php.</a:t>
            </a:r>
          </a:p>
          <a:p>
            <a:pPr>
              <a:spcAft>
                <a:spcPts val="1000"/>
              </a:spcAft>
              <a:defRPr sz="1800"/>
            </a:pPr>
            <a:r>
              <a:t>Requests exposed headers such as Host, User-Agent, Accept and Accept-Encoding.</a:t>
            </a:r>
          </a:p>
          <a:p>
            <a:pPr>
              <a:spcAft>
                <a:spcPts val="1000"/>
              </a:spcAft>
              <a:defRPr sz="1800"/>
            </a:pPr>
            <a:r>
              <a:t>Query parameter artist=1 demonstrates how values can appear in a URL.</a:t>
            </a:r>
          </a:p>
        </p:txBody>
      </p:sp>
      <p:pic>
        <p:nvPicPr>
          <p:cNvPr id="4" name="Picture 3" descr="_vapt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43000"/>
            <a:ext cx="5166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4 – Mini VAPT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Finding 1: SQL Injection exposure documented for /artists.php?artist=1.</a:t>
            </a:r>
          </a:p>
          <a:p>
            <a:pPr>
              <a:spcAft>
                <a:spcPts val="1000"/>
              </a:spcAft>
              <a:defRPr sz="1800"/>
            </a:pPr>
            <a:r>
              <a:t>Finding 2: Reflected XSS documented for listproducts.php using the article parameter.</a:t>
            </a:r>
          </a:p>
          <a:p>
            <a:pPr>
              <a:spcAft>
                <a:spcPts val="1000"/>
              </a:spcAft>
              <a:defRPr sz="1800"/>
            </a:pPr>
            <a:r>
              <a:t>Additional SQL injection / blind SQL injection exposure is publicly documented.</a:t>
            </a:r>
          </a:p>
          <a:p>
            <a:pPr>
              <a:spcAft>
                <a:spcPts val="1000"/>
              </a:spcAft>
              <a:defRPr sz="1800"/>
            </a:pPr>
            <a:r>
              <a:t>Important: these vulnerability claims are documented training-target information, not fresh Nikto results.</a:t>
            </a:r>
          </a:p>
          <a:p>
            <a:pPr>
              <a:spcAft>
                <a:spcPts val="1000"/>
              </a:spcAft>
              <a:defRPr sz="1800"/>
            </a:pPr>
            <a:r>
              <a:t>The Burp screenshot proves request/parameter visibility, not exploitation.</a:t>
            </a:r>
          </a:p>
        </p:txBody>
      </p:sp>
      <p:pic>
        <p:nvPicPr>
          <p:cNvPr id="4" name="Picture 3" descr="_vapt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43000"/>
            <a:ext cx="4389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 Collected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Nmap: 80/tcp and 443/tcp were filtered in the current lab environment.</a:t>
            </a:r>
          </a:p>
          <a:p>
            <a:pPr>
              <a:spcAft>
                <a:spcPts val="1000"/>
              </a:spcAft>
              <a:defRPr sz="2100"/>
            </a:pPr>
            <a:r>
              <a:t>Nikto: connection to port 80 failed; Internet connectivity from Kali was separately verified.</a:t>
            </a:r>
          </a:p>
          <a:p>
            <a:pPr>
              <a:spcAft>
                <a:spcPts val="1000"/>
              </a:spcAft>
              <a:defRPr sz="2100"/>
            </a:pPr>
            <a:r>
              <a:t>Burp Suite: captured GET /login.php, GET /artists.php?artist=1 and GET /categories.php.</a:t>
            </a:r>
          </a:p>
          <a:p>
            <a:pPr>
              <a:spcAft>
                <a:spcPts val="1000"/>
              </a:spcAft>
              <a:defRPr sz="2100"/>
            </a:pPr>
            <a:r>
              <a:t>No fabricated scan output was included.</a:t>
            </a:r>
          </a:p>
          <a:p>
            <a:pPr>
              <a:spcAft>
                <a:spcPts val="1000"/>
              </a:spcAft>
              <a:defRPr sz="2100"/>
            </a:pPr>
            <a:r>
              <a:t>The report distinguishes practical evidence from publicly documented training-target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/>
            </a:pPr>
            <a:r>
              <a:t>The practical demonstrated a basic VAPT workflow.</a:t>
            </a:r>
          </a:p>
          <a:p>
            <a:pPr>
              <a:spcAft>
                <a:spcPts val="1000"/>
              </a:spcAft>
              <a:defRPr sz="2300"/>
            </a:pPr>
            <a:r>
              <a:t>Nmap was used for network/service discovery.</a:t>
            </a:r>
          </a:p>
          <a:p>
            <a:pPr>
              <a:spcAft>
                <a:spcPts val="1000"/>
              </a:spcAft>
              <a:defRPr sz="2300"/>
            </a:pPr>
            <a:r>
              <a:t>Nikto was attempted and its connection limitation was documented.</a:t>
            </a:r>
          </a:p>
          <a:p>
            <a:pPr>
              <a:spcAft>
                <a:spcPts val="1000"/>
              </a:spcAft>
              <a:defRPr sz="2300"/>
            </a:pPr>
            <a:r>
              <a:t>Burp Suite provided practical HTTP request and parameter inspection.</a:t>
            </a:r>
          </a:p>
          <a:p>
            <a:pPr>
              <a:spcAft>
                <a:spcPts val="1000"/>
              </a:spcAft>
              <a:defRPr sz="2300"/>
            </a:pPr>
            <a:r>
              <a:t>The exercise highlighted the importance of input validation and output encoding in web application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✓ Task 1 – Nmap: completed with screenshots.</a:t>
            </a:r>
          </a:p>
          <a:p>
            <a:pPr>
              <a:spcAft>
                <a:spcPts val="1000"/>
              </a:spcAft>
              <a:defRPr sz="2100"/>
            </a:pPr>
            <a:r>
              <a:t>✓ Task 2 – Nikto: attempted; connection failure documented.</a:t>
            </a:r>
          </a:p>
          <a:p>
            <a:pPr>
              <a:spcAft>
                <a:spcPts val="1000"/>
              </a:spcAft>
              <a:defRPr sz="2100"/>
            </a:pPr>
            <a:r>
              <a:t>✓ Task 3 – Burp Suite: completed with captured HTTP history/request screenshots.</a:t>
            </a:r>
          </a:p>
          <a:p>
            <a:pPr>
              <a:spcAft>
                <a:spcPts val="1000"/>
              </a:spcAft>
              <a:defRPr sz="2100"/>
            </a:pPr>
            <a:r>
              <a:t>✓ Task 4 – Mini VAPT Findings: prepared with evidence limitations.</a:t>
            </a:r>
          </a:p>
          <a:p>
            <a:pPr>
              <a:spcAft>
                <a:spcPts val="1000"/>
              </a:spcAft>
              <a:defRPr sz="2100"/>
            </a:pPr>
            <a:r>
              <a:t>Next: upload final report, screenshots and PPT to GitHub if required.</a:t>
            </a:r>
          </a:p>
          <a:p>
            <a:pPr>
              <a:spcAft>
                <a:spcPts val="1000"/>
              </a:spcAft>
              <a:defRPr sz="2100"/>
            </a:pPr>
            <a:r>
              <a:t>Next: complete LinkedIn post and final submission 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</TotalTime>
  <Words>542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NEHAFULE</dc:creator>
  <cp:keywords/>
  <dc:description>generated using python-pptx</dc:description>
  <cp:lastModifiedBy>NEHA FULE</cp:lastModifiedBy>
  <cp:revision>2</cp:revision>
  <dcterms:created xsi:type="dcterms:W3CDTF">2013-01-27T09:14:16Z</dcterms:created>
  <dcterms:modified xsi:type="dcterms:W3CDTF">2026-10-02T15:40:27Z</dcterms:modified>
  <cp:category/>
</cp:coreProperties>
</file>